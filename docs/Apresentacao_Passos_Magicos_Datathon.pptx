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🔮 PASSOS MÁGICOS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Dados PEDE e Modelo Preditivo de Risco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Datathon PosTech FIAP - Data Analytics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Transformando vidas através da educação e análise de dados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🏫 A Associação Passos Mágicos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anos de atuação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transformando vidas de crianças e jovens em Embu-Guaçu, SP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fórmula mágica inclui: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Educação de qualidade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Auxílio psicológico/psicopedagógico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Ampliação de visão de mundo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Protagonismo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0" y="1188720"/>
            <a:ext cx="2743200" cy="25603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3504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Extensiva do Desenvolvimento Educacional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0" y="29260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B35"/>
                </a:solidFill>
              </a:rPr>
              <a:t>860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alunos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 Desafio do Datathon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286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Exploratória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10 perguntas de negócio sobre os indicadores PEDE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80160"/>
            <a:ext cx="73152" cy="2286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7472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Preditivo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Identificar alunos em risco de defasagem educacional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651760" cy="228600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280160"/>
            <a:ext cx="73152" cy="2286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4630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0936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Web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46888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Disponibilizar modelo via Streamlit para uso da equipe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analisados: IAA, IEG, IPS, IDA, IPV, IAN, IPP, INDE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Principais Descobertas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011680" cy="118872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69.9%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do nível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2011680" cy="11887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7.04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 médio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2011680" cy="118872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correlação IEG-INDE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188720"/>
            <a:ext cx="2011680" cy="1188720"/>
          </a:xfrm>
          <a:prstGeom prst="rect">
            <a:avLst/>
          </a:prstGeom>
          <a:solidFill>
            <a:srgbClr val="2E5077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Virada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51760"/>
            <a:ext cx="73152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432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Engajamento é Chave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IEG tem correlação forte (0.80) com INDE. Alunos que atingem PV têm IEG 1.3 pontos maior.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9144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703320"/>
            <a:ext cx="73152" cy="914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Autoavaliação Inflacionada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Alunos se avaliam 2.2 pontos acima do desempenho real (IAA 8.27 vs IDA 6.09).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Perfil de Defasagem (IAN)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frente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463040"/>
            <a:ext cx="3834994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4"/>
          <p:cNvSpPr/>
          <p:nvPr/>
        </p:nvSpPr>
        <p:spPr>
          <a:xfrm>
            <a:off x="6212434" y="13716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69.9%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2377440"/>
            <a:ext cx="1574597" cy="365760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9" name="Text 7"/>
          <p:cNvSpPr/>
          <p:nvPr/>
        </p:nvSpPr>
        <p:spPr>
          <a:xfrm>
            <a:off x="3952037" y="2286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Defasado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3291840"/>
            <a:ext cx="76810" cy="3657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2" name="Text 10"/>
          <p:cNvSpPr/>
          <p:nvPr/>
        </p:nvSpPr>
        <p:spPr>
          <a:xfrm>
            <a:off x="245425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 programa demonstra alta eficácia: apenas 1.4% dos alunos apresentam defasagem real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Modelo Preditivo de Risco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840480" cy="18288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Classifier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Acurácia: 80.2%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0.813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F1-Score: 0.61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Importância das Features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508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03520" y="1581912"/>
            <a:ext cx="2446934" cy="20116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2" name="Text 10"/>
          <p:cNvSpPr/>
          <p:nvPr/>
        </p:nvSpPr>
        <p:spPr>
          <a:xfrm>
            <a:off x="7841894" y="1508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44.6%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562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929384"/>
            <a:ext cx="1585570" cy="20116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5" name="Text 13"/>
          <p:cNvSpPr/>
          <p:nvPr/>
        </p:nvSpPr>
        <p:spPr>
          <a:xfrm>
            <a:off x="6980530" y="18562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0" y="220370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2276856"/>
            <a:ext cx="630936" cy="20116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18" name="Text 16"/>
          <p:cNvSpPr/>
          <p:nvPr/>
        </p:nvSpPr>
        <p:spPr>
          <a:xfrm>
            <a:off x="6025896" y="220370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5511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Idade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2624328"/>
            <a:ext cx="340157" cy="20116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1" name="Text 19"/>
          <p:cNvSpPr/>
          <p:nvPr/>
        </p:nvSpPr>
        <p:spPr>
          <a:xfrm>
            <a:off x="5735117" y="25511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28986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2971800"/>
            <a:ext cx="181051" cy="201168"/>
          </a:xfrm>
          <a:prstGeom prst="rect">
            <a:avLst/>
          </a:prstGeom>
          <a:solidFill>
            <a:srgbClr val="2E5077"/>
          </a:solidFill>
          <a:ln/>
        </p:spPr>
      </p:sp>
      <p:sp>
        <p:nvSpPr>
          <p:cNvPr id="24" name="Text 22"/>
          <p:cNvSpPr/>
          <p:nvPr/>
        </p:nvSpPr>
        <p:spPr>
          <a:xfrm>
            <a:off x="5576011" y="28986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50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Níveis de Risco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3611880"/>
            <a:ext cx="2651760" cy="731520"/>
          </a:xfrm>
          <a:prstGeom prst="rect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Baixo: &lt; 35%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91840" y="3611880"/>
            <a:ext cx="2651760" cy="731520"/>
          </a:xfrm>
          <a:prstGeom prst="rect">
            <a:avLst/>
          </a:prstGeom>
          <a:solidFill>
            <a:srgbClr val="FFC107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9184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Médio: 35-60%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26480" y="3611880"/>
            <a:ext cx="2651760" cy="731520"/>
          </a:xfrm>
          <a:prstGeom prst="rect">
            <a:avLst/>
          </a:prstGeom>
          <a:solidFill>
            <a:srgbClr val="E53935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126480" y="37490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Alto: &gt; 60%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Aplicação Streamlit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Predição Individual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 o risco de qualquer aluno inserindo seus indicadores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94960" y="1371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em Lote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0" y="17373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de planilha para análise de múltiplos alunos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02336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18872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Analítico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108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Visualizações interativas dos dados e insights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402336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394960" y="27432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94960" y="31089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de relatórios e lista de alunos em risco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Acesse: passosmagicos-datathon.streamlit.app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Recomendações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Alerta Precoce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o modelo preditivo para identificar alunos em risco antes que a defasagem se agrave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965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em Engajamento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ações específicas para elevar o IEG, principal preditor de sucesso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788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à Fase 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1089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Reforçar acompanhamento na fase com maior concentração de Quartzo (30.4%)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033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 de Metacognição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39319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Alinhar autoavaliação (IAA) com desempenho real (IDA) através de feedback estruturado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Conclusão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 Passos Mágicos demonstra alta eficácia: 69.9% dos alunos acima do nível esperado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Engajamento (IEG) é o fator mais influente no desenvolvimento educacional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Modelo preditivo com 80.2% de acurácia permite intervenção precoce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Aplicação Streamlit disponibiliza o modelo para uso prático da equipe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76200" dist="254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3977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Transformando dados em ações para mudar vidas! 🌟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6B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Passos Mágicos + Data Analytics = Transformação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0" y="3017520"/>
            <a:ext cx="27432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GitHub: github.com/seu-usuario/datathon-passos-magicos</a:t>
            </a:r>
            <a:endParaRPr lang="en-US" sz="14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App: passosmagicos-datathon.streamlit.app</a:t>
            </a:r>
            <a:endParaRPr lang="en-US" sz="14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Contato: seu-email@email.com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F7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Datathon PosTech FIAP - Data Analytics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Passos Mágicos - Análise PEDE e Modelo Preditivo</dc:title>
  <dc:subject>PptxGenJS Presentation</dc:subject>
  <dc:creator>Datathon PosTech FIAP</dc:creator>
  <cp:lastModifiedBy>Datathon PosTech FIAP</cp:lastModifiedBy>
  <cp:revision>1</cp:revision>
  <dcterms:created xsi:type="dcterms:W3CDTF">2026-03-14T16:32:47Z</dcterms:created>
  <dcterms:modified xsi:type="dcterms:W3CDTF">2026-03-14T16:32:47Z</dcterms:modified>
</cp:coreProperties>
</file>