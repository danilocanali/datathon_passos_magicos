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 MÁGICOS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Datathon PosTech FIAP - Fase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Dados Educacionais e Modelo Preditivo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Danilo Canali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dos Indicadores PEDE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40080"/>
            <a:ext cx="8778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dos Indicadores (Boxplot)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Correlação dos Indicadores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640080"/>
            <a:ext cx="64008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por Fase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Defasagem (IAN)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Relações entre Indicadores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40080"/>
            <a:ext cx="8778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Autoavaliação (IAA) vs Desempenho Real (IDA)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40080"/>
            <a:ext cx="8778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Machine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200400" cy="1188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🏆 Gradient Boosting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Melhor modelo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822960"/>
            <a:ext cx="1554480" cy="118872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914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80,2%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3192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Acurácia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822960"/>
            <a:ext cx="1554480" cy="118872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914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0,813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ROC-AUC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822960"/>
            <a:ext cx="1554480" cy="118872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914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0,61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0664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F1-Score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Importância das Variáveis: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IPV (Ponto de Virada)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651760"/>
            <a:ext cx="2446934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373014" y="2606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44.6%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953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IEG (Engajamento)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2999232"/>
            <a:ext cx="1585570" cy="2286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1" name="Text 19"/>
          <p:cNvSpPr/>
          <p:nvPr/>
        </p:nvSpPr>
        <p:spPr>
          <a:xfrm>
            <a:off x="4511650" y="29535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28.9%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3009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3346704"/>
            <a:ext cx="630936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3557016" y="330098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11.5%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6484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Idade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3694176"/>
            <a:ext cx="340157" cy="2286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7" name="Text 25"/>
          <p:cNvSpPr/>
          <p:nvPr/>
        </p:nvSpPr>
        <p:spPr>
          <a:xfrm>
            <a:off x="3266237" y="364845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6.2%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9959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IAA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4041648"/>
            <a:ext cx="181051" cy="2286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0" name="Text 28"/>
          <p:cNvSpPr/>
          <p:nvPr/>
        </p:nvSpPr>
        <p:spPr>
          <a:xfrm>
            <a:off x="3107131" y="39959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3.3%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34640" y="4389120"/>
            <a:ext cx="159106" cy="22860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3" name="Text 31"/>
          <p:cNvSpPr/>
          <p:nvPr/>
        </p:nvSpPr>
        <p:spPr>
          <a:xfrm>
            <a:off x="3085186" y="43434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2.9%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690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34640" y="4736592"/>
            <a:ext cx="142646" cy="228600"/>
          </a:xfrm>
          <a:prstGeom prst="rect">
            <a:avLst/>
          </a:prstGeom>
          <a:solidFill>
            <a:srgbClr val="795548"/>
          </a:solidFill>
          <a:ln/>
        </p:spPr>
      </p:sp>
      <p:sp>
        <p:nvSpPr>
          <p:cNvPr id="36" name="Text 34"/>
          <p:cNvSpPr/>
          <p:nvPr/>
        </p:nvSpPr>
        <p:spPr>
          <a:xfrm>
            <a:off x="3068726" y="46908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2.6%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Descobertas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86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69,9% dos alunos acima do nível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Programa muito eficaz - apenas 1,4% defasados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09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Engajamento é a chave (r = 0,80)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IEG tem correlação forte com INDE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328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Gap de +2,18 na autoavaliação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Alunos se avaliam melhor do que realmente estão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55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Fase 3 é crítica (30% Quartzo)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Menor INDE médio - precisa de atenção especial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78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IPV é o maior preditor (44,6%)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Ponto de Virada é decisivo para o sucesso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para Passos Mágicos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69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Sistema de Alerta Precoce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Implementar o modelo preditivo para identificar riscos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965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Foco em Engajamento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286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Criar ações específicas para elevar o IEG dos alunos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81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Atenção à Fase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Reforçar acompanhamento no momento mais crítico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87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Trabalho de Metacognição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297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Ajudar alunos a se autoavaliarem de forma realista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🔮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6B35"/>
                </a:solidFill>
              </a:rPr>
              <a:t>Transformando dados em ações para mudar vidas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GitHub: github.com/DaniloCanali/datathon_passos_magicos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Danilo Canali • PosTech FIAP • 2024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Passos Mágicos - Datathon FIAP</dc:title>
  <dc:subject>PptxGenJS Presentation</dc:subject>
  <dc:creator>Danilo Canali</dc:creator>
  <cp:lastModifiedBy>Danilo Canali</cp:lastModifiedBy>
  <cp:revision>1</cp:revision>
  <dcterms:created xsi:type="dcterms:W3CDTF">2026-03-21T17:17:36Z</dcterms:created>
  <dcterms:modified xsi:type="dcterms:W3CDTF">2026-03-21T17:17:36Z</dcterms:modified>
</cp:coreProperties>
</file>